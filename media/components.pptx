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sldIdLst>
    <p:sldId id="256" r:id="rId2"/>
  </p:sldIdLst>
  <p:sldSz cx="15840075" cy="125999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84"/>
    <p:restoredTop sz="94677"/>
  </p:normalViewPr>
  <p:slideViewPr>
    <p:cSldViewPr snapToGrid="0" snapToObjects="1">
      <p:cViewPr varScale="1">
        <p:scale>
          <a:sx n="114" d="100"/>
          <a:sy n="114" d="100"/>
        </p:scale>
        <p:origin x="3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93DBFB-1373-FB44-B528-39E7BE5C2A0C}" type="datetimeFigureOut">
              <a:rPr lang="sv-SE" smtClean="0"/>
              <a:t>2026-08-28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1489075" y="1143000"/>
            <a:ext cx="38798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4DD58-DCEC-E04B-B961-56722DA55CA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59115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23488" rtl="0" eaLnBrk="1" latinLnBrk="0" hangingPunct="1">
      <a:defRPr sz="1343" kern="1200">
        <a:solidFill>
          <a:schemeClr val="tx1"/>
        </a:solidFill>
        <a:latin typeface="+mn-lt"/>
        <a:ea typeface="+mn-ea"/>
        <a:cs typeface="+mn-cs"/>
      </a:defRPr>
    </a:lvl1pPr>
    <a:lvl2pPr marL="511744" algn="l" defTabSz="1023488" rtl="0" eaLnBrk="1" latinLnBrk="0" hangingPunct="1">
      <a:defRPr sz="1343" kern="1200">
        <a:solidFill>
          <a:schemeClr val="tx1"/>
        </a:solidFill>
        <a:latin typeface="+mn-lt"/>
        <a:ea typeface="+mn-ea"/>
        <a:cs typeface="+mn-cs"/>
      </a:defRPr>
    </a:lvl2pPr>
    <a:lvl3pPr marL="1023488" algn="l" defTabSz="1023488" rtl="0" eaLnBrk="1" latinLnBrk="0" hangingPunct="1">
      <a:defRPr sz="1343" kern="1200">
        <a:solidFill>
          <a:schemeClr val="tx1"/>
        </a:solidFill>
        <a:latin typeface="+mn-lt"/>
        <a:ea typeface="+mn-ea"/>
        <a:cs typeface="+mn-cs"/>
      </a:defRPr>
    </a:lvl3pPr>
    <a:lvl4pPr marL="1535232" algn="l" defTabSz="1023488" rtl="0" eaLnBrk="1" latinLnBrk="0" hangingPunct="1">
      <a:defRPr sz="1343" kern="1200">
        <a:solidFill>
          <a:schemeClr val="tx1"/>
        </a:solidFill>
        <a:latin typeface="+mn-lt"/>
        <a:ea typeface="+mn-ea"/>
        <a:cs typeface="+mn-cs"/>
      </a:defRPr>
    </a:lvl4pPr>
    <a:lvl5pPr marL="2046976" algn="l" defTabSz="1023488" rtl="0" eaLnBrk="1" latinLnBrk="0" hangingPunct="1">
      <a:defRPr sz="1343" kern="1200">
        <a:solidFill>
          <a:schemeClr val="tx1"/>
        </a:solidFill>
        <a:latin typeface="+mn-lt"/>
        <a:ea typeface="+mn-ea"/>
        <a:cs typeface="+mn-cs"/>
      </a:defRPr>
    </a:lvl5pPr>
    <a:lvl6pPr marL="2558720" algn="l" defTabSz="1023488" rtl="0" eaLnBrk="1" latinLnBrk="0" hangingPunct="1">
      <a:defRPr sz="1343" kern="1200">
        <a:solidFill>
          <a:schemeClr val="tx1"/>
        </a:solidFill>
        <a:latin typeface="+mn-lt"/>
        <a:ea typeface="+mn-ea"/>
        <a:cs typeface="+mn-cs"/>
      </a:defRPr>
    </a:lvl6pPr>
    <a:lvl7pPr marL="3070464" algn="l" defTabSz="1023488" rtl="0" eaLnBrk="1" latinLnBrk="0" hangingPunct="1">
      <a:defRPr sz="1343" kern="1200">
        <a:solidFill>
          <a:schemeClr val="tx1"/>
        </a:solidFill>
        <a:latin typeface="+mn-lt"/>
        <a:ea typeface="+mn-ea"/>
        <a:cs typeface="+mn-cs"/>
      </a:defRPr>
    </a:lvl7pPr>
    <a:lvl8pPr marL="3582208" algn="l" defTabSz="1023488" rtl="0" eaLnBrk="1" latinLnBrk="0" hangingPunct="1">
      <a:defRPr sz="1343" kern="1200">
        <a:solidFill>
          <a:schemeClr val="tx1"/>
        </a:solidFill>
        <a:latin typeface="+mn-lt"/>
        <a:ea typeface="+mn-ea"/>
        <a:cs typeface="+mn-cs"/>
      </a:defRPr>
    </a:lvl8pPr>
    <a:lvl9pPr marL="4093952" algn="l" defTabSz="1023488" rtl="0" eaLnBrk="1" latinLnBrk="0" hangingPunct="1">
      <a:defRPr sz="134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8006" y="2062083"/>
            <a:ext cx="13464064" cy="4386662"/>
          </a:xfrm>
        </p:spPr>
        <p:txBody>
          <a:bodyPr anchor="b"/>
          <a:lstStyle>
            <a:lvl1pPr algn="ctr">
              <a:defRPr sz="10394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0010" y="6617911"/>
            <a:ext cx="11880056" cy="3042080"/>
          </a:xfrm>
        </p:spPr>
        <p:txBody>
          <a:bodyPr/>
          <a:lstStyle>
            <a:lvl1pPr marL="0" indent="0" algn="ctr">
              <a:buNone/>
              <a:defRPr sz="4158"/>
            </a:lvl1pPr>
            <a:lvl2pPr marL="792008" indent="0" algn="ctr">
              <a:buNone/>
              <a:defRPr sz="3465"/>
            </a:lvl2pPr>
            <a:lvl3pPr marL="1584015" indent="0" algn="ctr">
              <a:buNone/>
              <a:defRPr sz="3118"/>
            </a:lvl3pPr>
            <a:lvl4pPr marL="2376023" indent="0" algn="ctr">
              <a:buNone/>
              <a:defRPr sz="2772"/>
            </a:lvl4pPr>
            <a:lvl5pPr marL="3168030" indent="0" algn="ctr">
              <a:buNone/>
              <a:defRPr sz="2772"/>
            </a:lvl5pPr>
            <a:lvl6pPr marL="3960038" indent="0" algn="ctr">
              <a:buNone/>
              <a:defRPr sz="2772"/>
            </a:lvl6pPr>
            <a:lvl7pPr marL="4752045" indent="0" algn="ctr">
              <a:buNone/>
              <a:defRPr sz="2772"/>
            </a:lvl7pPr>
            <a:lvl8pPr marL="5544053" indent="0" algn="ctr">
              <a:buNone/>
              <a:defRPr sz="2772"/>
            </a:lvl8pPr>
            <a:lvl9pPr marL="6336060" indent="0" algn="ctr">
              <a:buNone/>
              <a:defRPr sz="2772"/>
            </a:lvl9pPr>
          </a:lstStyle>
          <a:p>
            <a:r>
              <a:rPr lang="sv-SE"/>
              <a:t>Klicka här för att ändra mall för underrubrikformat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9F140-DCCC-1C43-B697-AE5A4988A779}" type="datetimeFigureOut">
              <a:rPr lang="sv-SE" smtClean="0"/>
              <a:t>2026-08-28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DF50-E6CC-7041-9333-96252456C66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33568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9F140-DCCC-1C43-B697-AE5A4988A779}" type="datetimeFigureOut">
              <a:rPr lang="sv-SE" smtClean="0"/>
              <a:t>2026-08-28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DF50-E6CC-7041-9333-96252456C66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64059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0756" y="3141251"/>
            <a:ext cx="13662065" cy="5241244"/>
          </a:xfrm>
        </p:spPr>
        <p:txBody>
          <a:bodyPr anchor="b"/>
          <a:lstStyle>
            <a:lvl1pPr>
              <a:defRPr sz="10394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0756" y="8432079"/>
            <a:ext cx="13662065" cy="2756246"/>
          </a:xfrm>
        </p:spPr>
        <p:txBody>
          <a:bodyPr/>
          <a:lstStyle>
            <a:lvl1pPr marL="0" indent="0">
              <a:buNone/>
              <a:defRPr sz="4158">
                <a:solidFill>
                  <a:schemeClr val="tx1"/>
                </a:solidFill>
              </a:defRPr>
            </a:lvl1pPr>
            <a:lvl2pPr marL="792008" indent="0">
              <a:buNone/>
              <a:defRPr sz="3465">
                <a:solidFill>
                  <a:schemeClr val="tx1">
                    <a:tint val="75000"/>
                  </a:schemeClr>
                </a:solidFill>
              </a:defRPr>
            </a:lvl2pPr>
            <a:lvl3pPr marL="1584015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3pPr>
            <a:lvl4pPr marL="2376023" indent="0">
              <a:buNone/>
              <a:defRPr sz="2772">
                <a:solidFill>
                  <a:schemeClr val="tx1">
                    <a:tint val="75000"/>
                  </a:schemeClr>
                </a:solidFill>
              </a:defRPr>
            </a:lvl4pPr>
            <a:lvl5pPr marL="3168030" indent="0">
              <a:buNone/>
              <a:defRPr sz="2772">
                <a:solidFill>
                  <a:schemeClr val="tx1">
                    <a:tint val="75000"/>
                  </a:schemeClr>
                </a:solidFill>
              </a:defRPr>
            </a:lvl5pPr>
            <a:lvl6pPr marL="3960038" indent="0">
              <a:buNone/>
              <a:defRPr sz="2772">
                <a:solidFill>
                  <a:schemeClr val="tx1">
                    <a:tint val="75000"/>
                  </a:schemeClr>
                </a:solidFill>
              </a:defRPr>
            </a:lvl6pPr>
            <a:lvl7pPr marL="4752045" indent="0">
              <a:buNone/>
              <a:defRPr sz="2772">
                <a:solidFill>
                  <a:schemeClr val="tx1">
                    <a:tint val="75000"/>
                  </a:schemeClr>
                </a:solidFill>
              </a:defRPr>
            </a:lvl7pPr>
            <a:lvl8pPr marL="5544053" indent="0">
              <a:buNone/>
              <a:defRPr sz="2772">
                <a:solidFill>
                  <a:schemeClr val="tx1">
                    <a:tint val="75000"/>
                  </a:schemeClr>
                </a:solidFill>
              </a:defRPr>
            </a:lvl8pPr>
            <a:lvl9pPr marL="6336060" indent="0">
              <a:buNone/>
              <a:defRPr sz="277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9F140-DCCC-1C43-B697-AE5A4988A779}" type="datetimeFigureOut">
              <a:rPr lang="sv-SE" smtClean="0"/>
              <a:t>2026-08-28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DF50-E6CC-7041-9333-96252456C66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7701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9005" y="3354163"/>
            <a:ext cx="6732032" cy="7994577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19038" y="3354163"/>
            <a:ext cx="6732032" cy="7994577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9F140-DCCC-1C43-B697-AE5A4988A779}" type="datetimeFigureOut">
              <a:rPr lang="sv-SE" smtClean="0"/>
              <a:t>2026-08-28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DF50-E6CC-7041-9333-96252456C66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30880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068" y="670836"/>
            <a:ext cx="13662065" cy="2435415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1070" y="3088748"/>
            <a:ext cx="6701093" cy="1513748"/>
          </a:xfrm>
        </p:spPr>
        <p:txBody>
          <a:bodyPr anchor="b"/>
          <a:lstStyle>
            <a:lvl1pPr marL="0" indent="0">
              <a:buNone/>
              <a:defRPr sz="4158" b="1"/>
            </a:lvl1pPr>
            <a:lvl2pPr marL="792008" indent="0">
              <a:buNone/>
              <a:defRPr sz="3465" b="1"/>
            </a:lvl2pPr>
            <a:lvl3pPr marL="1584015" indent="0">
              <a:buNone/>
              <a:defRPr sz="3118" b="1"/>
            </a:lvl3pPr>
            <a:lvl4pPr marL="2376023" indent="0">
              <a:buNone/>
              <a:defRPr sz="2772" b="1"/>
            </a:lvl4pPr>
            <a:lvl5pPr marL="3168030" indent="0">
              <a:buNone/>
              <a:defRPr sz="2772" b="1"/>
            </a:lvl5pPr>
            <a:lvl6pPr marL="3960038" indent="0">
              <a:buNone/>
              <a:defRPr sz="2772" b="1"/>
            </a:lvl6pPr>
            <a:lvl7pPr marL="4752045" indent="0">
              <a:buNone/>
              <a:defRPr sz="2772" b="1"/>
            </a:lvl7pPr>
            <a:lvl8pPr marL="5544053" indent="0">
              <a:buNone/>
              <a:defRPr sz="2772" b="1"/>
            </a:lvl8pPr>
            <a:lvl9pPr marL="6336060" indent="0">
              <a:buNone/>
              <a:defRPr sz="2772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1070" y="4602496"/>
            <a:ext cx="6701093" cy="676957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19039" y="3088748"/>
            <a:ext cx="6734095" cy="1513748"/>
          </a:xfrm>
        </p:spPr>
        <p:txBody>
          <a:bodyPr anchor="b"/>
          <a:lstStyle>
            <a:lvl1pPr marL="0" indent="0">
              <a:buNone/>
              <a:defRPr sz="4158" b="1"/>
            </a:lvl1pPr>
            <a:lvl2pPr marL="792008" indent="0">
              <a:buNone/>
              <a:defRPr sz="3465" b="1"/>
            </a:lvl2pPr>
            <a:lvl3pPr marL="1584015" indent="0">
              <a:buNone/>
              <a:defRPr sz="3118" b="1"/>
            </a:lvl3pPr>
            <a:lvl4pPr marL="2376023" indent="0">
              <a:buNone/>
              <a:defRPr sz="2772" b="1"/>
            </a:lvl4pPr>
            <a:lvl5pPr marL="3168030" indent="0">
              <a:buNone/>
              <a:defRPr sz="2772" b="1"/>
            </a:lvl5pPr>
            <a:lvl6pPr marL="3960038" indent="0">
              <a:buNone/>
              <a:defRPr sz="2772" b="1"/>
            </a:lvl6pPr>
            <a:lvl7pPr marL="4752045" indent="0">
              <a:buNone/>
              <a:defRPr sz="2772" b="1"/>
            </a:lvl7pPr>
            <a:lvl8pPr marL="5544053" indent="0">
              <a:buNone/>
              <a:defRPr sz="2772" b="1"/>
            </a:lvl8pPr>
            <a:lvl9pPr marL="6336060" indent="0">
              <a:buNone/>
              <a:defRPr sz="2772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019039" y="4602496"/>
            <a:ext cx="6734095" cy="676957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9F140-DCCC-1C43-B697-AE5A4988A779}" type="datetimeFigureOut">
              <a:rPr lang="sv-SE" smtClean="0"/>
              <a:t>2026-08-28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DF50-E6CC-7041-9333-96252456C66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96458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9F140-DCCC-1C43-B697-AE5A4988A779}" type="datetimeFigureOut">
              <a:rPr lang="sv-SE" smtClean="0"/>
              <a:t>2026-08-28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DF50-E6CC-7041-9333-96252456C66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20861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9F140-DCCC-1C43-B697-AE5A4988A779}" type="datetimeFigureOut">
              <a:rPr lang="sv-SE" smtClean="0"/>
              <a:t>2026-08-28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DF50-E6CC-7041-9333-96252456C66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8397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069" y="839999"/>
            <a:ext cx="5108836" cy="2939997"/>
          </a:xfrm>
        </p:spPr>
        <p:txBody>
          <a:bodyPr anchor="b"/>
          <a:lstStyle>
            <a:lvl1pPr>
              <a:defRPr sz="5543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4095" y="1814168"/>
            <a:ext cx="8019038" cy="8954158"/>
          </a:xfrm>
        </p:spPr>
        <p:txBody>
          <a:bodyPr/>
          <a:lstStyle>
            <a:lvl1pPr>
              <a:defRPr sz="5543"/>
            </a:lvl1pPr>
            <a:lvl2pPr>
              <a:defRPr sz="4850"/>
            </a:lvl2pPr>
            <a:lvl3pPr>
              <a:defRPr sz="4158"/>
            </a:lvl3pPr>
            <a:lvl4pPr>
              <a:defRPr sz="3465"/>
            </a:lvl4pPr>
            <a:lvl5pPr>
              <a:defRPr sz="3465"/>
            </a:lvl5pPr>
            <a:lvl6pPr>
              <a:defRPr sz="3465"/>
            </a:lvl6pPr>
            <a:lvl7pPr>
              <a:defRPr sz="3465"/>
            </a:lvl7pPr>
            <a:lvl8pPr>
              <a:defRPr sz="3465"/>
            </a:lvl8pPr>
            <a:lvl9pPr>
              <a:defRPr sz="3465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1069" y="3779996"/>
            <a:ext cx="5108836" cy="7002911"/>
          </a:xfrm>
        </p:spPr>
        <p:txBody>
          <a:bodyPr/>
          <a:lstStyle>
            <a:lvl1pPr marL="0" indent="0">
              <a:buNone/>
              <a:defRPr sz="2772"/>
            </a:lvl1pPr>
            <a:lvl2pPr marL="792008" indent="0">
              <a:buNone/>
              <a:defRPr sz="2425"/>
            </a:lvl2pPr>
            <a:lvl3pPr marL="1584015" indent="0">
              <a:buNone/>
              <a:defRPr sz="2079"/>
            </a:lvl3pPr>
            <a:lvl4pPr marL="2376023" indent="0">
              <a:buNone/>
              <a:defRPr sz="1732"/>
            </a:lvl4pPr>
            <a:lvl5pPr marL="3168030" indent="0">
              <a:buNone/>
              <a:defRPr sz="1732"/>
            </a:lvl5pPr>
            <a:lvl6pPr marL="3960038" indent="0">
              <a:buNone/>
              <a:defRPr sz="1732"/>
            </a:lvl6pPr>
            <a:lvl7pPr marL="4752045" indent="0">
              <a:buNone/>
              <a:defRPr sz="1732"/>
            </a:lvl7pPr>
            <a:lvl8pPr marL="5544053" indent="0">
              <a:buNone/>
              <a:defRPr sz="1732"/>
            </a:lvl8pPr>
            <a:lvl9pPr marL="6336060" indent="0">
              <a:buNone/>
              <a:defRPr sz="1732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9F140-DCCC-1C43-B697-AE5A4988A779}" type="datetimeFigureOut">
              <a:rPr lang="sv-SE" smtClean="0"/>
              <a:t>2026-08-28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DF50-E6CC-7041-9333-96252456C66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10890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069" y="839999"/>
            <a:ext cx="5108836" cy="2939997"/>
          </a:xfrm>
        </p:spPr>
        <p:txBody>
          <a:bodyPr anchor="b"/>
          <a:lstStyle>
            <a:lvl1pPr>
              <a:defRPr sz="5543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34095" y="1814168"/>
            <a:ext cx="8019038" cy="8954158"/>
          </a:xfrm>
        </p:spPr>
        <p:txBody>
          <a:bodyPr anchor="t"/>
          <a:lstStyle>
            <a:lvl1pPr marL="0" indent="0">
              <a:buNone/>
              <a:defRPr sz="5543"/>
            </a:lvl1pPr>
            <a:lvl2pPr marL="792008" indent="0">
              <a:buNone/>
              <a:defRPr sz="4850"/>
            </a:lvl2pPr>
            <a:lvl3pPr marL="1584015" indent="0">
              <a:buNone/>
              <a:defRPr sz="4158"/>
            </a:lvl3pPr>
            <a:lvl4pPr marL="2376023" indent="0">
              <a:buNone/>
              <a:defRPr sz="3465"/>
            </a:lvl4pPr>
            <a:lvl5pPr marL="3168030" indent="0">
              <a:buNone/>
              <a:defRPr sz="3465"/>
            </a:lvl5pPr>
            <a:lvl6pPr marL="3960038" indent="0">
              <a:buNone/>
              <a:defRPr sz="3465"/>
            </a:lvl6pPr>
            <a:lvl7pPr marL="4752045" indent="0">
              <a:buNone/>
              <a:defRPr sz="3465"/>
            </a:lvl7pPr>
            <a:lvl8pPr marL="5544053" indent="0">
              <a:buNone/>
              <a:defRPr sz="3465"/>
            </a:lvl8pPr>
            <a:lvl9pPr marL="6336060" indent="0">
              <a:buNone/>
              <a:defRPr sz="3465"/>
            </a:lvl9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1069" y="3779996"/>
            <a:ext cx="5108836" cy="7002911"/>
          </a:xfrm>
        </p:spPr>
        <p:txBody>
          <a:bodyPr/>
          <a:lstStyle>
            <a:lvl1pPr marL="0" indent="0">
              <a:buNone/>
              <a:defRPr sz="2772"/>
            </a:lvl1pPr>
            <a:lvl2pPr marL="792008" indent="0">
              <a:buNone/>
              <a:defRPr sz="2425"/>
            </a:lvl2pPr>
            <a:lvl3pPr marL="1584015" indent="0">
              <a:buNone/>
              <a:defRPr sz="2079"/>
            </a:lvl3pPr>
            <a:lvl4pPr marL="2376023" indent="0">
              <a:buNone/>
              <a:defRPr sz="1732"/>
            </a:lvl4pPr>
            <a:lvl5pPr marL="3168030" indent="0">
              <a:buNone/>
              <a:defRPr sz="1732"/>
            </a:lvl5pPr>
            <a:lvl6pPr marL="3960038" indent="0">
              <a:buNone/>
              <a:defRPr sz="1732"/>
            </a:lvl6pPr>
            <a:lvl7pPr marL="4752045" indent="0">
              <a:buNone/>
              <a:defRPr sz="1732"/>
            </a:lvl7pPr>
            <a:lvl8pPr marL="5544053" indent="0">
              <a:buNone/>
              <a:defRPr sz="1732"/>
            </a:lvl8pPr>
            <a:lvl9pPr marL="6336060" indent="0">
              <a:buNone/>
              <a:defRPr sz="1732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9F140-DCCC-1C43-B697-AE5A4988A779}" type="datetimeFigureOut">
              <a:rPr lang="sv-SE" smtClean="0"/>
              <a:t>2026-08-28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DF50-E6CC-7041-9333-96252456C66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08720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9F140-DCCC-1C43-B697-AE5A4988A779}" type="datetimeFigureOut">
              <a:rPr lang="sv-SE" smtClean="0"/>
              <a:t>2026-08-28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DF50-E6CC-7041-9333-96252456C66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27794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5555" y="670833"/>
            <a:ext cx="3415516" cy="10677907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9006" y="670833"/>
            <a:ext cx="10048548" cy="10677907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9F140-DCCC-1C43-B697-AE5A4988A779}" type="datetimeFigureOut">
              <a:rPr lang="sv-SE" smtClean="0"/>
              <a:t>2026-08-28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DF50-E6CC-7041-9333-96252456C66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80194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9005" y="670836"/>
            <a:ext cx="13662065" cy="2435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9005" y="3354163"/>
            <a:ext cx="13662065" cy="799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9005" y="11678325"/>
            <a:ext cx="3564017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9F140-DCCC-1C43-B697-AE5A4988A779}" type="datetimeFigureOut">
              <a:rPr lang="sv-SE" smtClean="0"/>
              <a:t>2026-08-28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47025" y="11678325"/>
            <a:ext cx="5346025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87053" y="11678325"/>
            <a:ext cx="3564017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CDF50-E6CC-7041-9333-96252456C66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37642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584015" rtl="0" eaLnBrk="1" latinLnBrk="0" hangingPunct="1">
        <a:lnSpc>
          <a:spcPct val="90000"/>
        </a:lnSpc>
        <a:spcBef>
          <a:spcPct val="0"/>
        </a:spcBef>
        <a:buNone/>
        <a:defRPr sz="76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6004" indent="-396004" algn="l" defTabSz="1584015" rtl="0" eaLnBrk="1" latinLnBrk="0" hangingPunct="1">
        <a:lnSpc>
          <a:spcPct val="90000"/>
        </a:lnSpc>
        <a:spcBef>
          <a:spcPts val="1732"/>
        </a:spcBef>
        <a:buFont typeface="Arial" panose="020B0604020202020204" pitchFamily="34" charset="0"/>
        <a:buChar char="•"/>
        <a:defRPr sz="4850" kern="1200">
          <a:solidFill>
            <a:schemeClr val="tx1"/>
          </a:solidFill>
          <a:latin typeface="+mn-lt"/>
          <a:ea typeface="+mn-ea"/>
          <a:cs typeface="+mn-cs"/>
        </a:defRPr>
      </a:lvl1pPr>
      <a:lvl2pPr marL="1188011" indent="-396004" algn="l" defTabSz="1584015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4158" kern="1200">
          <a:solidFill>
            <a:schemeClr val="tx1"/>
          </a:solidFill>
          <a:latin typeface="+mn-lt"/>
          <a:ea typeface="+mn-ea"/>
          <a:cs typeface="+mn-cs"/>
        </a:defRPr>
      </a:lvl2pPr>
      <a:lvl3pPr marL="1980019" indent="-396004" algn="l" defTabSz="1584015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3465" kern="1200">
          <a:solidFill>
            <a:schemeClr val="tx1"/>
          </a:solidFill>
          <a:latin typeface="+mn-lt"/>
          <a:ea typeface="+mn-ea"/>
          <a:cs typeface="+mn-cs"/>
        </a:defRPr>
      </a:lvl3pPr>
      <a:lvl4pPr marL="2772026" indent="-396004" algn="l" defTabSz="1584015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4pPr>
      <a:lvl5pPr marL="3564034" indent="-396004" algn="l" defTabSz="1584015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5pPr>
      <a:lvl6pPr marL="4356042" indent="-396004" algn="l" defTabSz="1584015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6pPr>
      <a:lvl7pPr marL="5148049" indent="-396004" algn="l" defTabSz="1584015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7pPr>
      <a:lvl8pPr marL="5940057" indent="-396004" algn="l" defTabSz="1584015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8pPr>
      <a:lvl9pPr marL="6732064" indent="-396004" algn="l" defTabSz="1584015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84015" rtl="0" eaLnBrk="1" latinLnBrk="0" hangingPunct="1">
        <a:defRPr sz="3118" kern="1200">
          <a:solidFill>
            <a:schemeClr val="tx1"/>
          </a:solidFill>
          <a:latin typeface="+mn-lt"/>
          <a:ea typeface="+mn-ea"/>
          <a:cs typeface="+mn-cs"/>
        </a:defRPr>
      </a:lvl1pPr>
      <a:lvl2pPr marL="792008" algn="l" defTabSz="1584015" rtl="0" eaLnBrk="1" latinLnBrk="0" hangingPunct="1"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584015" algn="l" defTabSz="1584015" rtl="0" eaLnBrk="1" latinLnBrk="0" hangingPunct="1"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376023" algn="l" defTabSz="1584015" rtl="0" eaLnBrk="1" latinLnBrk="0" hangingPunct="1">
        <a:defRPr sz="3118" kern="1200">
          <a:solidFill>
            <a:schemeClr val="tx1"/>
          </a:solidFill>
          <a:latin typeface="+mn-lt"/>
          <a:ea typeface="+mn-ea"/>
          <a:cs typeface="+mn-cs"/>
        </a:defRPr>
      </a:lvl4pPr>
      <a:lvl5pPr marL="3168030" algn="l" defTabSz="1584015" rtl="0" eaLnBrk="1" latinLnBrk="0" hangingPunct="1">
        <a:defRPr sz="3118" kern="1200">
          <a:solidFill>
            <a:schemeClr val="tx1"/>
          </a:solidFill>
          <a:latin typeface="+mn-lt"/>
          <a:ea typeface="+mn-ea"/>
          <a:cs typeface="+mn-cs"/>
        </a:defRPr>
      </a:lvl5pPr>
      <a:lvl6pPr marL="3960038" algn="l" defTabSz="1584015" rtl="0" eaLnBrk="1" latinLnBrk="0" hangingPunct="1">
        <a:defRPr sz="3118" kern="1200">
          <a:solidFill>
            <a:schemeClr val="tx1"/>
          </a:solidFill>
          <a:latin typeface="+mn-lt"/>
          <a:ea typeface="+mn-ea"/>
          <a:cs typeface="+mn-cs"/>
        </a:defRPr>
      </a:lvl6pPr>
      <a:lvl7pPr marL="4752045" algn="l" defTabSz="1584015" rtl="0" eaLnBrk="1" latinLnBrk="0" hangingPunct="1">
        <a:defRPr sz="3118" kern="1200">
          <a:solidFill>
            <a:schemeClr val="tx1"/>
          </a:solidFill>
          <a:latin typeface="+mn-lt"/>
          <a:ea typeface="+mn-ea"/>
          <a:cs typeface="+mn-cs"/>
        </a:defRPr>
      </a:lvl7pPr>
      <a:lvl8pPr marL="5544053" algn="l" defTabSz="1584015" rtl="0" eaLnBrk="1" latinLnBrk="0" hangingPunct="1">
        <a:defRPr sz="3118" kern="1200">
          <a:solidFill>
            <a:schemeClr val="tx1"/>
          </a:solidFill>
          <a:latin typeface="+mn-lt"/>
          <a:ea typeface="+mn-ea"/>
          <a:cs typeface="+mn-cs"/>
        </a:defRPr>
      </a:lvl8pPr>
      <a:lvl9pPr marL="6336060" algn="l" defTabSz="1584015" rtl="0" eaLnBrk="1" latinLnBrk="0" hangingPunct="1">
        <a:defRPr sz="31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objekt 5">
            <a:extLst>
              <a:ext uri="{FF2B5EF4-FFF2-40B4-BE49-F238E27FC236}">
                <a16:creationId xmlns:a16="http://schemas.microsoft.com/office/drawing/2014/main" id="{7D041A8C-0D0B-A3FE-7187-F8E7F976A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4" y="575657"/>
            <a:ext cx="15728296" cy="10299371"/>
          </a:xfrm>
          <a:prstGeom prst="rect">
            <a:avLst/>
          </a:prstGeom>
        </p:spPr>
      </p:pic>
      <p:sp>
        <p:nvSpPr>
          <p:cNvPr id="8" name="Rektangel 7">
            <a:extLst>
              <a:ext uri="{FF2B5EF4-FFF2-40B4-BE49-F238E27FC236}">
                <a16:creationId xmlns:a16="http://schemas.microsoft.com/office/drawing/2014/main" id="{1880D8BA-0FD3-D64C-BB81-356C2EF95D10}"/>
              </a:ext>
            </a:extLst>
          </p:cNvPr>
          <p:cNvSpPr/>
          <p:nvPr/>
        </p:nvSpPr>
        <p:spPr>
          <a:xfrm>
            <a:off x="57406" y="575657"/>
            <a:ext cx="15708166" cy="2775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44A78540-AC29-3243-9A24-ADA274FECEA4}"/>
              </a:ext>
            </a:extLst>
          </p:cNvPr>
          <p:cNvSpPr txBox="1"/>
          <p:nvPr/>
        </p:nvSpPr>
        <p:spPr>
          <a:xfrm>
            <a:off x="6772111" y="2237717"/>
            <a:ext cx="1651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 err="1">
                <a:solidFill>
                  <a:srgbClr val="FF0000"/>
                </a:solidFill>
              </a:rPr>
              <a:t>LuHeader</a:t>
            </a:r>
            <a:endParaRPr lang="sv-SE" sz="2400" dirty="0">
              <a:solidFill>
                <a:srgbClr val="FF0000"/>
              </a:solidFill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FACF1B55-02CC-7C4A-BB4F-2D6B0E0A5DC2}"/>
              </a:ext>
            </a:extLst>
          </p:cNvPr>
          <p:cNvSpPr/>
          <p:nvPr/>
        </p:nvSpPr>
        <p:spPr>
          <a:xfrm>
            <a:off x="89402" y="3423933"/>
            <a:ext cx="15676169" cy="4223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BB734B8E-762D-3E48-B525-07DF0045B2EE}"/>
              </a:ext>
            </a:extLst>
          </p:cNvPr>
          <p:cNvSpPr txBox="1"/>
          <p:nvPr/>
        </p:nvSpPr>
        <p:spPr>
          <a:xfrm>
            <a:off x="6772110" y="3476966"/>
            <a:ext cx="1651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>
                <a:solidFill>
                  <a:srgbClr val="FF0000"/>
                </a:solidFill>
              </a:rPr>
              <a:t>LuBreadCrumb</a:t>
            </a:r>
            <a:endParaRPr lang="sv-SE" dirty="0">
              <a:solidFill>
                <a:srgbClr val="FF0000"/>
              </a:solidFill>
            </a:endParaRPr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5D7E8B81-EF21-E443-AE9C-90E8A5B96820}"/>
              </a:ext>
            </a:extLst>
          </p:cNvPr>
          <p:cNvSpPr txBox="1"/>
          <p:nvPr/>
        </p:nvSpPr>
        <p:spPr>
          <a:xfrm>
            <a:off x="9858407" y="9700559"/>
            <a:ext cx="1651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 err="1">
                <a:solidFill>
                  <a:srgbClr val="FF0000"/>
                </a:solidFill>
              </a:rPr>
              <a:t>LuMain</a:t>
            </a:r>
            <a:endParaRPr lang="sv-SE" sz="2400" dirty="0">
              <a:solidFill>
                <a:srgbClr val="FF0000"/>
              </a:solidFill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1AE3E6B7-9223-444E-B3C1-9CEBC959EEDE}"/>
              </a:ext>
            </a:extLst>
          </p:cNvPr>
          <p:cNvSpPr/>
          <p:nvPr/>
        </p:nvSpPr>
        <p:spPr>
          <a:xfrm>
            <a:off x="74502" y="3899331"/>
            <a:ext cx="15728297" cy="68812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C4096923-47E1-034B-AC56-7CD1C2004894}"/>
              </a:ext>
            </a:extLst>
          </p:cNvPr>
          <p:cNvSpPr/>
          <p:nvPr/>
        </p:nvSpPr>
        <p:spPr>
          <a:xfrm>
            <a:off x="11292555" y="2303618"/>
            <a:ext cx="4241094" cy="81480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rgbClr val="00B0F0"/>
              </a:solidFill>
            </a:endParaRPr>
          </a:p>
        </p:txBody>
      </p:sp>
      <p:sp>
        <p:nvSpPr>
          <p:cNvPr id="21" name="textruta 20">
            <a:extLst>
              <a:ext uri="{FF2B5EF4-FFF2-40B4-BE49-F238E27FC236}">
                <a16:creationId xmlns:a16="http://schemas.microsoft.com/office/drawing/2014/main" id="{9A0EFCE9-05DC-6241-AACF-729A22334CDF}"/>
              </a:ext>
            </a:extLst>
          </p:cNvPr>
          <p:cNvSpPr txBox="1"/>
          <p:nvPr/>
        </p:nvSpPr>
        <p:spPr>
          <a:xfrm>
            <a:off x="12437829" y="2711019"/>
            <a:ext cx="1651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>
                <a:solidFill>
                  <a:schemeClr val="accent1"/>
                </a:solidFill>
              </a:rPr>
              <a:t>navbarmenu</a:t>
            </a:r>
            <a:endParaRPr lang="sv-SE" dirty="0">
              <a:solidFill>
                <a:schemeClr val="accent1"/>
              </a:solidFill>
            </a:endParaRPr>
          </a:p>
          <a:p>
            <a:endParaRPr lang="sv-SE" dirty="0">
              <a:solidFill>
                <a:schemeClr val="accent1"/>
              </a:solidFill>
            </a:endParaRPr>
          </a:p>
        </p:txBody>
      </p:sp>
      <p:sp>
        <p:nvSpPr>
          <p:cNvPr id="23" name="Rektangel 22">
            <a:extLst>
              <a:ext uri="{FF2B5EF4-FFF2-40B4-BE49-F238E27FC236}">
                <a16:creationId xmlns:a16="http://schemas.microsoft.com/office/drawing/2014/main" id="{430190A7-4843-CD47-B35F-B0F3BBEE9BE0}"/>
              </a:ext>
            </a:extLst>
          </p:cNvPr>
          <p:cNvSpPr/>
          <p:nvPr/>
        </p:nvSpPr>
        <p:spPr>
          <a:xfrm>
            <a:off x="74502" y="602191"/>
            <a:ext cx="15581810" cy="48580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rgbClr val="00B0F0"/>
              </a:solidFill>
            </a:endParaRPr>
          </a:p>
        </p:txBody>
      </p:sp>
      <p:sp>
        <p:nvSpPr>
          <p:cNvPr id="24" name="textruta 23">
            <a:extLst>
              <a:ext uri="{FF2B5EF4-FFF2-40B4-BE49-F238E27FC236}">
                <a16:creationId xmlns:a16="http://schemas.microsoft.com/office/drawing/2014/main" id="{02C41DA7-D958-5C47-99FC-201E8593E75F}"/>
              </a:ext>
            </a:extLst>
          </p:cNvPr>
          <p:cNvSpPr txBox="1"/>
          <p:nvPr/>
        </p:nvSpPr>
        <p:spPr>
          <a:xfrm>
            <a:off x="7280398" y="656318"/>
            <a:ext cx="1651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topmenu</a:t>
            </a:r>
            <a:endParaRPr lang="sv-SE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sv-SE" dirty="0">
              <a:solidFill>
                <a:schemeClr val="accent1"/>
              </a:solidFill>
            </a:endParaRPr>
          </a:p>
        </p:txBody>
      </p:sp>
      <p:sp>
        <p:nvSpPr>
          <p:cNvPr id="29" name="Rektangel 28">
            <a:extLst>
              <a:ext uri="{FF2B5EF4-FFF2-40B4-BE49-F238E27FC236}">
                <a16:creationId xmlns:a16="http://schemas.microsoft.com/office/drawing/2014/main" id="{0FDDB090-A945-5246-8689-8BE882A94EEF}"/>
              </a:ext>
            </a:extLst>
          </p:cNvPr>
          <p:cNvSpPr/>
          <p:nvPr/>
        </p:nvSpPr>
        <p:spPr>
          <a:xfrm>
            <a:off x="473696" y="4029900"/>
            <a:ext cx="9590864" cy="484684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rgbClr val="00B0F0"/>
              </a:solidFill>
            </a:endParaRPr>
          </a:p>
        </p:txBody>
      </p:sp>
      <p:sp>
        <p:nvSpPr>
          <p:cNvPr id="30" name="textruta 29">
            <a:extLst>
              <a:ext uri="{FF2B5EF4-FFF2-40B4-BE49-F238E27FC236}">
                <a16:creationId xmlns:a16="http://schemas.microsoft.com/office/drawing/2014/main" id="{5CA90985-43AB-A445-8B15-F9F21B9B44F1}"/>
              </a:ext>
            </a:extLst>
          </p:cNvPr>
          <p:cNvSpPr txBox="1"/>
          <p:nvPr/>
        </p:nvSpPr>
        <p:spPr>
          <a:xfrm>
            <a:off x="6421542" y="4282396"/>
            <a:ext cx="32766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solidFill>
                  <a:schemeClr val="accent1"/>
                </a:solidFill>
              </a:rPr>
              <a:t>default </a:t>
            </a:r>
            <a:r>
              <a:rPr lang="sv-SE" sz="2400" dirty="0" err="1">
                <a:solidFill>
                  <a:schemeClr val="accent1"/>
                </a:solidFill>
              </a:rPr>
              <a:t>slot</a:t>
            </a:r>
            <a:endParaRPr lang="sv-SE" sz="2400" dirty="0">
              <a:solidFill>
                <a:schemeClr val="accent1"/>
              </a:solidFill>
            </a:endParaRPr>
          </a:p>
          <a:p>
            <a:endParaRPr lang="sv-SE" dirty="0">
              <a:solidFill>
                <a:schemeClr val="accent1"/>
              </a:solidFill>
            </a:endParaRPr>
          </a:p>
        </p:txBody>
      </p:sp>
      <p:sp>
        <p:nvSpPr>
          <p:cNvPr id="31" name="Rektangel 30">
            <a:extLst>
              <a:ext uri="{FF2B5EF4-FFF2-40B4-BE49-F238E27FC236}">
                <a16:creationId xmlns:a16="http://schemas.microsoft.com/office/drawing/2014/main" id="{BB6E1F10-2781-8E4E-A39B-E195870A0F40}"/>
              </a:ext>
            </a:extLst>
          </p:cNvPr>
          <p:cNvSpPr/>
          <p:nvPr/>
        </p:nvSpPr>
        <p:spPr>
          <a:xfrm>
            <a:off x="679146" y="9086967"/>
            <a:ext cx="3212630" cy="59893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rgbClr val="00B0F0"/>
              </a:solidFill>
            </a:endParaRPr>
          </a:p>
        </p:txBody>
      </p:sp>
      <p:sp>
        <p:nvSpPr>
          <p:cNvPr id="32" name="textruta 31">
            <a:extLst>
              <a:ext uri="{FF2B5EF4-FFF2-40B4-BE49-F238E27FC236}">
                <a16:creationId xmlns:a16="http://schemas.microsoft.com/office/drawing/2014/main" id="{67E51921-BC36-9143-A3EB-BAAE8E188D5A}"/>
              </a:ext>
            </a:extLst>
          </p:cNvPr>
          <p:cNvSpPr txBox="1"/>
          <p:nvPr/>
        </p:nvSpPr>
        <p:spPr>
          <a:xfrm>
            <a:off x="672254" y="9052592"/>
            <a:ext cx="1557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>
                <a:solidFill>
                  <a:schemeClr val="accent1"/>
                </a:solidFill>
              </a:rPr>
              <a:t>pageManager</a:t>
            </a:r>
            <a:endParaRPr lang="sv-SE" dirty="0">
              <a:solidFill>
                <a:schemeClr val="accent1"/>
              </a:solidFill>
            </a:endParaRPr>
          </a:p>
          <a:p>
            <a:endParaRPr lang="sv-SE" dirty="0">
              <a:solidFill>
                <a:schemeClr val="accent1"/>
              </a:solidFill>
            </a:endParaRPr>
          </a:p>
        </p:txBody>
      </p:sp>
      <p:sp>
        <p:nvSpPr>
          <p:cNvPr id="33" name="Rektangel 32">
            <a:extLst>
              <a:ext uri="{FF2B5EF4-FFF2-40B4-BE49-F238E27FC236}">
                <a16:creationId xmlns:a16="http://schemas.microsoft.com/office/drawing/2014/main" id="{74573ADC-8E09-954C-9BFD-153A42E84E0E}"/>
              </a:ext>
            </a:extLst>
          </p:cNvPr>
          <p:cNvSpPr/>
          <p:nvPr/>
        </p:nvSpPr>
        <p:spPr>
          <a:xfrm>
            <a:off x="4004096" y="9096384"/>
            <a:ext cx="1485902" cy="59893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rgbClr val="00B0F0"/>
              </a:solidFill>
            </a:endParaRPr>
          </a:p>
        </p:txBody>
      </p:sp>
      <p:sp>
        <p:nvSpPr>
          <p:cNvPr id="34" name="textruta 33">
            <a:extLst>
              <a:ext uri="{FF2B5EF4-FFF2-40B4-BE49-F238E27FC236}">
                <a16:creationId xmlns:a16="http://schemas.microsoft.com/office/drawing/2014/main" id="{84F9CB2F-73B8-914F-BC19-CEBA68229E2B}"/>
              </a:ext>
            </a:extLst>
          </p:cNvPr>
          <p:cNvSpPr txBox="1"/>
          <p:nvPr/>
        </p:nvSpPr>
        <p:spPr>
          <a:xfrm>
            <a:off x="3973453" y="9100393"/>
            <a:ext cx="1516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>
                <a:solidFill>
                  <a:schemeClr val="accent1"/>
                </a:solidFill>
              </a:rPr>
              <a:t>lastUpdated</a:t>
            </a:r>
            <a:endParaRPr lang="sv-SE" dirty="0">
              <a:solidFill>
                <a:schemeClr val="accent1"/>
              </a:solidFill>
            </a:endParaRPr>
          </a:p>
          <a:p>
            <a:endParaRPr lang="sv-SE" dirty="0">
              <a:solidFill>
                <a:schemeClr val="accent1"/>
              </a:solidFill>
            </a:endParaRPr>
          </a:p>
        </p:txBody>
      </p:sp>
      <p:sp>
        <p:nvSpPr>
          <p:cNvPr id="35" name="Rektangel 34">
            <a:extLst>
              <a:ext uri="{FF2B5EF4-FFF2-40B4-BE49-F238E27FC236}">
                <a16:creationId xmlns:a16="http://schemas.microsoft.com/office/drawing/2014/main" id="{EAF89F60-878A-9E4D-961F-C89D1B752D86}"/>
              </a:ext>
            </a:extLst>
          </p:cNvPr>
          <p:cNvSpPr/>
          <p:nvPr/>
        </p:nvSpPr>
        <p:spPr>
          <a:xfrm>
            <a:off x="423746" y="3972039"/>
            <a:ext cx="14942634" cy="49937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6" name="textruta 35">
            <a:extLst>
              <a:ext uri="{FF2B5EF4-FFF2-40B4-BE49-F238E27FC236}">
                <a16:creationId xmlns:a16="http://schemas.microsoft.com/office/drawing/2014/main" id="{CC70E0F9-7025-E44E-9BFF-E1DF6E4A499D}"/>
              </a:ext>
            </a:extLst>
          </p:cNvPr>
          <p:cNvSpPr txBox="1"/>
          <p:nvPr/>
        </p:nvSpPr>
        <p:spPr>
          <a:xfrm>
            <a:off x="11339602" y="8331258"/>
            <a:ext cx="1651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000" dirty="0" err="1">
                <a:solidFill>
                  <a:srgbClr val="FF0000"/>
                </a:solidFill>
              </a:rPr>
              <a:t>LuRow</a:t>
            </a:r>
            <a:endParaRPr lang="sv-SE" sz="2000" dirty="0">
              <a:solidFill>
                <a:srgbClr val="FF0000"/>
              </a:solidFill>
            </a:endParaRPr>
          </a:p>
        </p:txBody>
      </p:sp>
      <p:sp>
        <p:nvSpPr>
          <p:cNvPr id="37" name="textruta 36">
            <a:extLst>
              <a:ext uri="{FF2B5EF4-FFF2-40B4-BE49-F238E27FC236}">
                <a16:creationId xmlns:a16="http://schemas.microsoft.com/office/drawing/2014/main" id="{FA8F41AB-4D2C-2142-A519-CC0A78B10E95}"/>
              </a:ext>
            </a:extLst>
          </p:cNvPr>
          <p:cNvSpPr txBox="1"/>
          <p:nvPr/>
        </p:nvSpPr>
        <p:spPr>
          <a:xfrm>
            <a:off x="12990981" y="4374729"/>
            <a:ext cx="3276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>
                <a:solidFill>
                  <a:schemeClr val="accent1"/>
                </a:solidFill>
              </a:rPr>
              <a:t>right-</a:t>
            </a:r>
            <a:r>
              <a:rPr lang="sv-SE" dirty="0" err="1">
                <a:solidFill>
                  <a:schemeClr val="accent1"/>
                </a:solidFill>
              </a:rPr>
              <a:t>column</a:t>
            </a:r>
            <a:r>
              <a:rPr lang="sv-SE" dirty="0">
                <a:solidFill>
                  <a:schemeClr val="accent1"/>
                </a:solidFill>
              </a:rPr>
              <a:t> </a:t>
            </a:r>
            <a:r>
              <a:rPr lang="sv-SE" dirty="0" err="1">
                <a:solidFill>
                  <a:schemeClr val="accent1"/>
                </a:solidFill>
              </a:rPr>
              <a:t>slot</a:t>
            </a:r>
            <a:endParaRPr lang="sv-SE" dirty="0">
              <a:solidFill>
                <a:schemeClr val="accent1"/>
              </a:solidFill>
            </a:endParaRPr>
          </a:p>
          <a:p>
            <a:endParaRPr lang="sv-SE" dirty="0">
              <a:solidFill>
                <a:schemeClr val="accent1"/>
              </a:solidFill>
            </a:endParaRPr>
          </a:p>
        </p:txBody>
      </p:sp>
      <p:sp>
        <p:nvSpPr>
          <p:cNvPr id="38" name="Rektangel 37">
            <a:extLst>
              <a:ext uri="{FF2B5EF4-FFF2-40B4-BE49-F238E27FC236}">
                <a16:creationId xmlns:a16="http://schemas.microsoft.com/office/drawing/2014/main" id="{78B1090B-0800-564C-B5EA-4DB1655DE9E4}"/>
              </a:ext>
            </a:extLst>
          </p:cNvPr>
          <p:cNvSpPr/>
          <p:nvPr/>
        </p:nvSpPr>
        <p:spPr>
          <a:xfrm>
            <a:off x="10114510" y="4029900"/>
            <a:ext cx="5162661" cy="416677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rgbClr val="00B0F0"/>
              </a:solidFill>
            </a:endParaRPr>
          </a:p>
        </p:txBody>
      </p:sp>
      <p:sp>
        <p:nvSpPr>
          <p:cNvPr id="39" name="Rektangel 38">
            <a:extLst>
              <a:ext uri="{FF2B5EF4-FFF2-40B4-BE49-F238E27FC236}">
                <a16:creationId xmlns:a16="http://schemas.microsoft.com/office/drawing/2014/main" id="{17233EC3-2974-0E4C-B031-BBE3D83BD79A}"/>
              </a:ext>
            </a:extLst>
          </p:cNvPr>
          <p:cNvSpPr/>
          <p:nvPr/>
        </p:nvSpPr>
        <p:spPr>
          <a:xfrm>
            <a:off x="13214195" y="9513922"/>
            <a:ext cx="2571802" cy="10388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/>
              <a:t>LuToTop</a:t>
            </a:r>
          </a:p>
          <a:p>
            <a:pPr algn="ctr"/>
            <a:endParaRPr lang="sv-SE"/>
          </a:p>
        </p:txBody>
      </p:sp>
      <p:sp>
        <p:nvSpPr>
          <p:cNvPr id="40" name="textruta 39">
            <a:extLst>
              <a:ext uri="{FF2B5EF4-FFF2-40B4-BE49-F238E27FC236}">
                <a16:creationId xmlns:a16="http://schemas.microsoft.com/office/drawing/2014/main" id="{3C00DD8C-E8FE-864B-9702-D9B7E9F314A4}"/>
              </a:ext>
            </a:extLst>
          </p:cNvPr>
          <p:cNvSpPr txBox="1"/>
          <p:nvPr/>
        </p:nvSpPr>
        <p:spPr>
          <a:xfrm>
            <a:off x="5040665" y="9746726"/>
            <a:ext cx="2415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>
                <a:solidFill>
                  <a:schemeClr val="accent1"/>
                </a:solidFill>
              </a:rPr>
              <a:t>pageManagerNotice</a:t>
            </a:r>
            <a:endParaRPr lang="sv-SE" dirty="0">
              <a:solidFill>
                <a:schemeClr val="accent1"/>
              </a:solidFill>
            </a:endParaRPr>
          </a:p>
          <a:p>
            <a:endParaRPr lang="sv-SE" dirty="0">
              <a:solidFill>
                <a:schemeClr val="accent1"/>
              </a:solidFill>
            </a:endParaRPr>
          </a:p>
        </p:txBody>
      </p:sp>
      <p:sp>
        <p:nvSpPr>
          <p:cNvPr id="42" name="Rektangel 41">
            <a:extLst>
              <a:ext uri="{FF2B5EF4-FFF2-40B4-BE49-F238E27FC236}">
                <a16:creationId xmlns:a16="http://schemas.microsoft.com/office/drawing/2014/main" id="{005F0B16-9B7F-D54D-B82D-1B29555569DF}"/>
              </a:ext>
            </a:extLst>
          </p:cNvPr>
          <p:cNvSpPr/>
          <p:nvPr/>
        </p:nvSpPr>
        <p:spPr>
          <a:xfrm>
            <a:off x="672255" y="9746725"/>
            <a:ext cx="6783983" cy="43610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rgbClr val="00B0F0"/>
              </a:solidFill>
            </a:endParaRPr>
          </a:p>
        </p:txBody>
      </p:sp>
      <p:pic>
        <p:nvPicPr>
          <p:cNvPr id="16" name="Bildobjekt 15">
            <a:extLst>
              <a:ext uri="{FF2B5EF4-FFF2-40B4-BE49-F238E27FC236}">
                <a16:creationId xmlns:a16="http://schemas.microsoft.com/office/drawing/2014/main" id="{DE1987FF-F191-D2F4-A2FF-6206E97F9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5069" y="9790554"/>
            <a:ext cx="2387600" cy="698500"/>
          </a:xfrm>
          <a:prstGeom prst="rect">
            <a:avLst/>
          </a:prstGeom>
        </p:spPr>
      </p:pic>
      <p:sp>
        <p:nvSpPr>
          <p:cNvPr id="22" name="textruta 21">
            <a:extLst>
              <a:ext uri="{FF2B5EF4-FFF2-40B4-BE49-F238E27FC236}">
                <a16:creationId xmlns:a16="http://schemas.microsoft.com/office/drawing/2014/main" id="{6CF7FA14-49D7-46CD-B9FC-0D910CE92AD2}"/>
              </a:ext>
            </a:extLst>
          </p:cNvPr>
          <p:cNvSpPr txBox="1"/>
          <p:nvPr/>
        </p:nvSpPr>
        <p:spPr>
          <a:xfrm>
            <a:off x="13851312" y="9495263"/>
            <a:ext cx="14225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2000">
                <a:solidFill>
                  <a:srgbClr val="FF0000"/>
                </a:solidFill>
              </a:rPr>
              <a:t>LuToTop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50980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Words>15</Words>
  <Application>Microsoft Macintosh PowerPoint</Application>
  <PresentationFormat>Anpassad</PresentationFormat>
  <Paragraphs>13</Paragraphs>
  <Slides>1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Office-tema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Johan Dahl</dc:creator>
  <cp:lastModifiedBy>Per Elofsson</cp:lastModifiedBy>
  <cp:revision>9</cp:revision>
  <cp:lastPrinted>2019-08-14T10:56:50Z</cp:lastPrinted>
  <dcterms:created xsi:type="dcterms:W3CDTF">2019-08-14T10:32:18Z</dcterms:created>
  <dcterms:modified xsi:type="dcterms:W3CDTF">2026-08-28T14:04:32Z</dcterms:modified>
</cp:coreProperties>
</file>